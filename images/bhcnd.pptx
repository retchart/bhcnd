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-3485" y="-6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2020/9/19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2020/9/19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2020/9/19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2020/9/19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2020/9/19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椭圆 13"/>
          <p:cNvSpPr/>
          <p:nvPr/>
        </p:nvSpPr>
        <p:spPr>
          <a:xfrm>
            <a:off x="5998103" y="1092286"/>
            <a:ext cx="4320000" cy="4320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356063" y="1383886"/>
            <a:ext cx="3604080" cy="3736800"/>
            <a:chOff x="4456143" y="2982046"/>
            <a:chExt cx="3604080" cy="3736800"/>
          </a:xfrm>
        </p:grpSpPr>
        <p:sp>
          <p:nvSpPr>
            <p:cNvPr id="4" name="六边形 3"/>
            <p:cNvSpPr/>
            <p:nvPr/>
          </p:nvSpPr>
          <p:spPr>
            <a:xfrm>
              <a:off x="5538183" y="2982046"/>
              <a:ext cx="1440000" cy="1245600"/>
            </a:xfrm>
            <a:prstGeom prst="hexagon">
              <a:avLst>
                <a:gd name="adj" fmla="val 28976"/>
                <a:gd name="vf" fmla="val 115470"/>
              </a:avLst>
            </a:prstGeom>
            <a:solidFill>
              <a:schemeClr val="bg1"/>
            </a:solidFill>
            <a:ln w="28575" cap="rnd" cmpd="sng">
              <a:solidFill>
                <a:schemeClr val="accent2">
                  <a:lumMod val="50000"/>
                </a:schemeClr>
              </a:solidFill>
              <a:rou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" name="六边形 6"/>
            <p:cNvSpPr/>
            <p:nvPr/>
          </p:nvSpPr>
          <p:spPr>
            <a:xfrm>
              <a:off x="6620223" y="3604846"/>
              <a:ext cx="1440000" cy="1245600"/>
            </a:xfrm>
            <a:prstGeom prst="hexagon">
              <a:avLst>
                <a:gd name="adj" fmla="val 28976"/>
                <a:gd name="vf" fmla="val 115470"/>
              </a:avLst>
            </a:prstGeom>
            <a:solidFill>
              <a:schemeClr val="bg1"/>
            </a:solidFill>
            <a:ln w="28575" cap="rnd" cmpd="sng">
              <a:solidFill>
                <a:schemeClr val="accent2">
                  <a:lumMod val="50000"/>
                </a:schemeClr>
              </a:solidFill>
              <a:rou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>
              <a:off x="5538183" y="4227646"/>
              <a:ext cx="1440000" cy="1245600"/>
            </a:xfrm>
            <a:prstGeom prst="hexagon">
              <a:avLst>
                <a:gd name="adj" fmla="val 28976"/>
                <a:gd name="vf" fmla="val 115470"/>
              </a:avLst>
            </a:prstGeom>
            <a:solidFill>
              <a:schemeClr val="bg1"/>
            </a:solidFill>
            <a:ln w="28575" cap="rnd" cmpd="sng">
              <a:solidFill>
                <a:schemeClr val="accent2">
                  <a:lumMod val="50000"/>
                </a:schemeClr>
              </a:solidFill>
              <a:rou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" name="六边形 8"/>
            <p:cNvSpPr/>
            <p:nvPr/>
          </p:nvSpPr>
          <p:spPr>
            <a:xfrm>
              <a:off x="4456143" y="3604846"/>
              <a:ext cx="1440000" cy="1245600"/>
            </a:xfrm>
            <a:prstGeom prst="hexagon">
              <a:avLst>
                <a:gd name="adj" fmla="val 28976"/>
                <a:gd name="vf" fmla="val 115470"/>
              </a:avLst>
            </a:prstGeom>
            <a:solidFill>
              <a:schemeClr val="bg1"/>
            </a:solidFill>
            <a:ln w="28575" cap="rnd" cmpd="sng">
              <a:solidFill>
                <a:schemeClr val="accent2">
                  <a:lumMod val="50000"/>
                </a:schemeClr>
              </a:solidFill>
              <a:rou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0" name="六边形 9"/>
            <p:cNvSpPr/>
            <p:nvPr/>
          </p:nvSpPr>
          <p:spPr>
            <a:xfrm>
              <a:off x="4456143" y="4850446"/>
              <a:ext cx="1440000" cy="1245600"/>
            </a:xfrm>
            <a:prstGeom prst="hexagon">
              <a:avLst>
                <a:gd name="adj" fmla="val 28976"/>
                <a:gd name="vf" fmla="val 115470"/>
              </a:avLst>
            </a:prstGeom>
            <a:solidFill>
              <a:schemeClr val="bg1"/>
            </a:solidFill>
            <a:ln w="28575" cap="rnd" cmpd="sng">
              <a:solidFill>
                <a:schemeClr val="accent2">
                  <a:lumMod val="50000"/>
                </a:schemeClr>
              </a:solidFill>
              <a:rou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" name="六边形 10"/>
            <p:cNvSpPr/>
            <p:nvPr/>
          </p:nvSpPr>
          <p:spPr>
            <a:xfrm>
              <a:off x="5538183" y="5473246"/>
              <a:ext cx="1440000" cy="1245600"/>
            </a:xfrm>
            <a:prstGeom prst="hexagon">
              <a:avLst>
                <a:gd name="adj" fmla="val 28976"/>
                <a:gd name="vf" fmla="val 115470"/>
              </a:avLst>
            </a:prstGeom>
            <a:solidFill>
              <a:schemeClr val="bg1"/>
            </a:solidFill>
            <a:ln w="28575" cap="rnd" cmpd="sng">
              <a:solidFill>
                <a:schemeClr val="accent2">
                  <a:lumMod val="50000"/>
                </a:schemeClr>
              </a:solidFill>
              <a:rou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2" name="六边形 11"/>
            <p:cNvSpPr/>
            <p:nvPr/>
          </p:nvSpPr>
          <p:spPr>
            <a:xfrm>
              <a:off x="6620223" y="4850446"/>
              <a:ext cx="1440000" cy="1245600"/>
            </a:xfrm>
            <a:prstGeom prst="hexagon">
              <a:avLst>
                <a:gd name="adj" fmla="val 28976"/>
                <a:gd name="vf" fmla="val 115470"/>
              </a:avLst>
            </a:prstGeom>
            <a:solidFill>
              <a:schemeClr val="bg1"/>
            </a:solidFill>
            <a:ln w="28575" cap="rnd" cmpd="sng">
              <a:solidFill>
                <a:schemeClr val="accent2">
                  <a:lumMod val="50000"/>
                </a:schemeClr>
              </a:solidFill>
              <a:rou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3224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Arial</vt:lpstr>
      <vt:lpstr>Calibri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liu</cp:lastModifiedBy>
  <cp:revision>7</cp:revision>
  <dcterms:created xsi:type="dcterms:W3CDTF">2020-09-19T02:26:48Z</dcterms:created>
  <dcterms:modified xsi:type="dcterms:W3CDTF">2020-09-19T10:13:43Z</dcterms:modified>
</cp:coreProperties>
</file>